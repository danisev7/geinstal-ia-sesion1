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</p:sp>
      <p:pic>
        <p:nvPicPr>
          <p:cNvPr id="4" name="Image 0" descr="/Users/ironmac/Dev-local/formacion-gesinstal/docs/logo_geins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mensual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73736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Mantenimiento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Geinstal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Informe Mensual — Mantenimiento</dc:title>
  <dc:subject>PptxGenJS Presentation</dc:subject>
  <dc:creator>Geinstal</dc:creator>
  <cp:lastModifiedBy>Geinstal</cp:lastModifiedBy>
  <cp:revision>1</cp:revision>
  <dcterms:created xsi:type="dcterms:W3CDTF">2026-04-16T17:57:01Z</dcterms:created>
  <dcterms:modified xsi:type="dcterms:W3CDTF">2026-04-16T17:57:01Z</dcterms:modified>
</cp:coreProperties>
</file>