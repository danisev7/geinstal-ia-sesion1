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  <p:sldMasterId id="2147483685" r:id="rId3"/>
  </p:sldMasterIdLst>
  <p:sldIdLst>
    <p:sldId id="257" r:id="rId4"/>
    <p:sldId id="259" r:id="rId5"/>
    <p:sldId id="260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4D22B829-4AFB-4FFD-BAC8-BEE3211BE6F3}">
          <p14:sldIdLst>
            <p14:sldId id="257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BC29"/>
    <a:srgbClr val="0029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7599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E44F5C-ECBD-171F-D59A-4209A80FA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3F193C-BCEE-13EB-F278-831D5D39B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5246A5-3B0F-1532-C195-8BF0FD7882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2004F4-C841-4CAC-863B-38CB9E7902CD}" type="datetimeFigureOut">
              <a:rPr lang="es-ES" smtClean="0"/>
              <a:t>20/4/26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FED256-901E-BB5E-3C33-ECA936008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E9C376-1B74-60AC-A464-25D18CC0A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E24A8A-6DC2-44E2-BF0B-4FF91A472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5776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ACF302-E267-4AE0-B85F-93C9DF267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82E5DA-CC73-A3A7-B328-2585F6A94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07B382-B181-C90E-4A0C-ACC98A9E5B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2004F4-C841-4CAC-863B-38CB9E7902CD}" type="datetimeFigureOut">
              <a:rPr lang="es-ES" smtClean="0"/>
              <a:t>20/4/26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B6B810-D9B3-D202-0680-694277A41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7B089C-D253-BF9A-CC1F-F8CBDB66B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E24A8A-6DC2-44E2-BF0B-4FF91A472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8549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AF802B-9AA8-DEA5-21CB-817AA001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83EC81-EA3B-A05C-E70A-2225A3088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4D9B03-5F03-DA7E-904C-B93D1DB72E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2004F4-C841-4CAC-863B-38CB9E7902CD}" type="datetimeFigureOut">
              <a:rPr lang="es-ES" smtClean="0"/>
              <a:t>20/4/26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FD3831-63D5-2C38-3386-A5822587C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0A3D86-8C7C-B533-FCC9-11064AAE8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E24A8A-6DC2-44E2-BF0B-4FF91A472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4931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2DAB20-049D-CEEC-4C22-9B9843FA2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F368F7-B7AD-4E20-C871-A087F16DAF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55C44D0-8CCD-129E-EFF0-5B85E6C07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011077-D57B-F4FE-A103-6D93C5F9B4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2004F4-C841-4CAC-863B-38CB9E7902CD}" type="datetimeFigureOut">
              <a:rPr lang="es-ES" smtClean="0"/>
              <a:t>20/4/26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F5FFE2-48F3-D0CE-DA0C-950618340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219DCB-A29D-9B20-BAB7-2B27FCB26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E24A8A-6DC2-44E2-BF0B-4FF91A472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2979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FCEB9-257D-BA20-DE0C-276E9A9D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7E289F-A1A3-4225-9530-172183114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282539-020D-2C5C-139B-76285A5D9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EA6758E-E242-60CF-65CC-4F25C7785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6FB9EC-DC4D-1DCD-5A32-A386B7EB21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2BAB84F-8766-B906-D22B-E02259AA33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2004F4-C841-4CAC-863B-38CB9E7902CD}" type="datetimeFigureOut">
              <a:rPr lang="es-ES" smtClean="0"/>
              <a:t>20/4/26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D1FC4D5-1AD9-13A7-B096-47F7D89C0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8CC73F0-CDE0-FA88-9388-36B92FCB9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E24A8A-6DC2-44E2-BF0B-4FF91A472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500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967B9D-44E3-B766-A82F-13241FEE7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2F6BF6-43C4-DF78-FE91-0D53C91540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2004F4-C841-4CAC-863B-38CB9E7902CD}" type="datetimeFigureOut">
              <a:rPr lang="es-ES" smtClean="0"/>
              <a:t>20/4/26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92B00FB-16D9-967A-B4BB-8D07483E8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4C3F5F7-14E4-1156-17BA-B6F21D66F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E24A8A-6DC2-44E2-BF0B-4FF91A472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5629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4FCF4EE-1C1B-6F9C-9F4A-42C69B63E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2004F4-C841-4CAC-863B-38CB9E7902CD}" type="datetimeFigureOut">
              <a:rPr lang="es-ES" smtClean="0"/>
              <a:t>20/4/26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C75FF2F-906A-921E-BC1D-DE742DAE5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B1372C1-308D-F656-5296-576B2F3CC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E24A8A-6DC2-44E2-BF0B-4FF91A472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373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75BBB1-53C2-4E20-FF76-527E9D90C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27C02D-40F5-359D-C924-9B45B7DE7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DBDD40-5BE4-DEFF-DF6C-35B566E78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68FD96-A3DD-D724-274B-F1B6AC8FAB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2004F4-C841-4CAC-863B-38CB9E7902CD}" type="datetimeFigureOut">
              <a:rPr lang="es-ES" smtClean="0"/>
              <a:t>20/4/26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BEAD57-54B3-8CC8-0E23-939150B05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DA509D-FEC7-102C-ABEF-D818B1D1C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E24A8A-6DC2-44E2-BF0B-4FF91A472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8198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71EDEE-F40A-8FA5-A892-243D639BA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4716751-52DF-B920-79FE-E622A61DBE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119254-91C6-2588-5D2F-FD35639F2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20DEF5-6202-358B-4B62-AA2C5FBE0E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2004F4-C841-4CAC-863B-38CB9E7902CD}" type="datetimeFigureOut">
              <a:rPr lang="es-ES" smtClean="0"/>
              <a:t>20/4/26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7825C7-4C53-6152-85AB-71B3BA847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69B620-FF83-2B50-3881-BB054E864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E24A8A-6DC2-44E2-BF0B-4FF91A472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951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99F5C3-E955-A167-183A-54AAD31B8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21C10FC-90A5-A05A-36FD-1B34EF3285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0A9D85-AC61-A300-3BAD-29853BB0D4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2004F4-C841-4CAC-863B-38CB9E7902CD}" type="datetimeFigureOut">
              <a:rPr lang="es-ES" smtClean="0"/>
              <a:t>20/4/26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2AC4EB-74C1-2E09-2C38-BEA2BA005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83E497-4CB1-19B5-EF6D-3D83DE01B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E24A8A-6DC2-44E2-BF0B-4FF91A472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9858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0F0136-B476-D6BB-5905-79E1B5F08D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008D97-E333-ADF2-FAE5-5DA70DB66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9A54DC-358B-FCFC-C01E-96E386A034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2004F4-C841-4CAC-863B-38CB9E7902CD}" type="datetimeFigureOut">
              <a:rPr lang="es-ES" smtClean="0"/>
              <a:t>20/4/26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E06291-1992-582C-A0E1-8914CC3DE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377D16-B5BF-6372-A3C8-B35E4A78A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E24A8A-6DC2-44E2-BF0B-4FF91A472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68771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416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://www.geinstal.com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BCA8962-15E6-07CC-FEA7-8369EE5760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57175" y="4854853"/>
            <a:ext cx="12449175" cy="2003147"/>
          </a:xfrm>
          <a:prstGeom prst="rect">
            <a:avLst/>
          </a:prstGeom>
        </p:spPr>
      </p:pic>
      <p:sp>
        <p:nvSpPr>
          <p:cNvPr id="14" name="Diagrama de flujo: entrada manual 13">
            <a:extLst>
              <a:ext uri="{FF2B5EF4-FFF2-40B4-BE49-F238E27FC236}">
                <a16:creationId xmlns:a16="http://schemas.microsoft.com/office/drawing/2014/main" id="{73F92E86-86D0-A4E3-B394-1504BC59A317}"/>
              </a:ext>
            </a:extLst>
          </p:cNvPr>
          <p:cNvSpPr/>
          <p:nvPr userDrawn="1"/>
        </p:nvSpPr>
        <p:spPr>
          <a:xfrm rot="10800000">
            <a:off x="0" y="0"/>
            <a:ext cx="12192000" cy="6858000"/>
          </a:xfrm>
          <a:prstGeom prst="flowChartManualInput">
            <a:avLst/>
          </a:prstGeom>
          <a:solidFill>
            <a:srgbClr val="66BC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6" name="Imagen 15" descr="Logotipo&#10;&#10;Descripción generada automáticamente">
            <a:extLst>
              <a:ext uri="{FF2B5EF4-FFF2-40B4-BE49-F238E27FC236}">
                <a16:creationId xmlns:a16="http://schemas.microsoft.com/office/drawing/2014/main" id="{EA347F65-56DB-39C0-FD84-E3E957F3E3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512" y="2661942"/>
            <a:ext cx="5434013" cy="129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24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57CAF14-C693-FEFE-4AE5-4FC1564FB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452F10-C302-D5D4-B19B-A665A1113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428FCDF3-1455-2EFB-2127-4CAEE57739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096"/>
          <a:stretch/>
        </p:blipFill>
        <p:spPr>
          <a:xfrm>
            <a:off x="10636352" y="4900161"/>
            <a:ext cx="838217" cy="741513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4EC951B-5F6D-FD5F-5E9D-ADEE66521CA6}"/>
              </a:ext>
            </a:extLst>
          </p:cNvPr>
          <p:cNvSpPr/>
          <p:nvPr userDrawn="1"/>
        </p:nvSpPr>
        <p:spPr>
          <a:xfrm>
            <a:off x="-1" y="0"/>
            <a:ext cx="1492371" cy="6858000"/>
          </a:xfrm>
          <a:prstGeom prst="rect">
            <a:avLst/>
          </a:prstGeom>
          <a:solidFill>
            <a:srgbClr val="66BC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Triángulo rectángulo 8">
            <a:extLst>
              <a:ext uri="{FF2B5EF4-FFF2-40B4-BE49-F238E27FC236}">
                <a16:creationId xmlns:a16="http://schemas.microsoft.com/office/drawing/2014/main" id="{0069561F-C67F-0BE0-61EB-593D9EA1B84A}"/>
              </a:ext>
            </a:extLst>
          </p:cNvPr>
          <p:cNvSpPr/>
          <p:nvPr userDrawn="1"/>
        </p:nvSpPr>
        <p:spPr>
          <a:xfrm rot="16200000">
            <a:off x="9779660" y="4445659"/>
            <a:ext cx="1957839" cy="2866843"/>
          </a:xfrm>
          <a:prstGeom prst="rtTriangle">
            <a:avLst/>
          </a:prstGeom>
          <a:solidFill>
            <a:srgbClr val="0029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Imagen 9" descr="Logotipo&#10;&#10;Descripción generada automáticamente">
            <a:extLst>
              <a:ext uri="{FF2B5EF4-FFF2-40B4-BE49-F238E27FC236}">
                <a16:creationId xmlns:a16="http://schemas.microsoft.com/office/drawing/2014/main" id="{D8D96FF5-5963-DF7C-FDC9-11297E5B24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096"/>
          <a:stretch/>
        </p:blipFill>
        <p:spPr>
          <a:xfrm>
            <a:off x="11055460" y="5865002"/>
            <a:ext cx="838217" cy="74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09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BC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Logotipo&#10;&#10;Descripción generada automáticamente">
            <a:extLst>
              <a:ext uri="{FF2B5EF4-FFF2-40B4-BE49-F238E27FC236}">
                <a16:creationId xmlns:a16="http://schemas.microsoft.com/office/drawing/2014/main" id="{748BD923-2D5E-67F5-DD42-103B17E1E1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047" y="2928025"/>
            <a:ext cx="4209906" cy="100194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36784C3-7F48-ADE0-1863-0A790AB11D62}"/>
              </a:ext>
            </a:extLst>
          </p:cNvPr>
          <p:cNvSpPr txBox="1"/>
          <p:nvPr userDrawn="1"/>
        </p:nvSpPr>
        <p:spPr>
          <a:xfrm>
            <a:off x="8395856" y="5504873"/>
            <a:ext cx="35560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5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www.geinstal.com</a:t>
            </a:r>
            <a:endParaRPr lang="es-ES" sz="1050" dirty="0">
              <a:solidFill>
                <a:schemeClr val="bg1"/>
              </a:solidFill>
            </a:endParaRPr>
          </a:p>
          <a:p>
            <a:pPr algn="r"/>
            <a:r>
              <a:rPr lang="es-ES" sz="1050" dirty="0">
                <a:solidFill>
                  <a:schemeClr val="bg1"/>
                </a:solidFill>
              </a:rPr>
              <a:t>Edificio </a:t>
            </a:r>
            <a:r>
              <a:rPr lang="es-ES" sz="1050" dirty="0" err="1">
                <a:solidFill>
                  <a:schemeClr val="bg1"/>
                </a:solidFill>
              </a:rPr>
              <a:t>Cubic</a:t>
            </a:r>
            <a:endParaRPr lang="es-ES" sz="1050" dirty="0">
              <a:solidFill>
                <a:schemeClr val="bg1"/>
              </a:solidFill>
            </a:endParaRPr>
          </a:p>
          <a:p>
            <a:pPr algn="r"/>
            <a:r>
              <a:rPr lang="es-ES" sz="1050" dirty="0">
                <a:solidFill>
                  <a:schemeClr val="bg1"/>
                </a:solidFill>
              </a:rPr>
              <a:t>Av. Alcalde </a:t>
            </a:r>
            <a:r>
              <a:rPr lang="es-ES" sz="1050" dirty="0" err="1">
                <a:solidFill>
                  <a:schemeClr val="bg1"/>
                </a:solidFill>
              </a:rPr>
              <a:t>Barnils</a:t>
            </a:r>
            <a:r>
              <a:rPr lang="es-ES" sz="1050" dirty="0">
                <a:solidFill>
                  <a:schemeClr val="bg1"/>
                </a:solidFill>
              </a:rPr>
              <a:t>, 72 1ª pl.</a:t>
            </a:r>
          </a:p>
          <a:p>
            <a:pPr algn="r"/>
            <a:r>
              <a:rPr lang="es-ES" sz="1050" dirty="0">
                <a:solidFill>
                  <a:schemeClr val="bg1"/>
                </a:solidFill>
              </a:rPr>
              <a:t>08174 Sant Cugat del Vallès (Barcelona)</a:t>
            </a:r>
          </a:p>
          <a:p>
            <a:pPr algn="r"/>
            <a:r>
              <a:rPr lang="es-ES" sz="1050" dirty="0">
                <a:solidFill>
                  <a:schemeClr val="bg1"/>
                </a:solidFill>
              </a:rPr>
              <a:t>T. 93 454 15 00 F. 93 452 07 58</a:t>
            </a:r>
          </a:p>
          <a:p>
            <a:pPr algn="r"/>
            <a:r>
              <a:rPr lang="es-ES" sz="1050" dirty="0">
                <a:solidFill>
                  <a:schemeClr val="bg1"/>
                </a:solidFill>
              </a:rPr>
              <a:t>geinstal@geinstal.com</a:t>
            </a:r>
          </a:p>
        </p:txBody>
      </p:sp>
    </p:spTree>
    <p:extLst>
      <p:ext uri="{BB962C8B-B14F-4D97-AF65-F5344CB8AC3E}">
        <p14:creationId xmlns:p14="http://schemas.microsoft.com/office/powerpoint/2010/main" val="2732636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4951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10D42-230F-447F-E8C3-18A407AF0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1209" y="163107"/>
            <a:ext cx="10007895" cy="1325563"/>
          </a:xfrm>
        </p:spPr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3640A-EEBD-3947-FF05-6D4AA50E8E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01209" y="1687402"/>
            <a:ext cx="4680098" cy="4351338"/>
          </a:xfrm>
        </p:spPr>
        <p:txBody>
          <a:bodyPr/>
          <a:lstStyle/>
          <a:p>
            <a:endParaRPr lang="es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5551A7-3CA5-0F4C-FFA8-A768C0610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7504" y="1687402"/>
            <a:ext cx="5181600" cy="4351338"/>
          </a:xfr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7598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7862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3">
      <a:dk1>
        <a:srgbClr val="002942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2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3" id="{7F381B83-D59E-4DA4-A0BC-1C859CBEDB0A}" vid="{185D89FD-9FAE-4BD7-B9C8-AAE4B98FE0E4}"/>
    </a:ext>
  </a:extLst>
</a:theme>
</file>

<file path=ppt/theme/theme2.xml><?xml version="1.0" encoding="utf-8"?>
<a:theme xmlns:a="http://schemas.openxmlformats.org/drawingml/2006/main" name="1_Diseño personalizado">
  <a:themeElements>
    <a:clrScheme name="Personalizado 4">
      <a:dk1>
        <a:srgbClr val="002942"/>
      </a:dk1>
      <a:lt1>
        <a:sysClr val="window" lastClr="FFFFFF"/>
      </a:lt1>
      <a:dk2>
        <a:srgbClr val="1F497D"/>
      </a:dk2>
      <a:lt2>
        <a:srgbClr val="EEECE1"/>
      </a:lt2>
      <a:accent1>
        <a:srgbClr val="002942"/>
      </a:accent1>
      <a:accent2>
        <a:srgbClr val="C0504D"/>
      </a:accent2>
      <a:accent3>
        <a:srgbClr val="66BC2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alizado 2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3" id="{7F381B83-D59E-4DA4-A0BC-1C859CBEDB0A}" vid="{A975B7B9-28FB-460D-9529-60EEE2098DD4}"/>
    </a:ext>
  </a:extLst>
</a:theme>
</file>

<file path=ppt/theme/theme3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3" id="{7F381B83-D59E-4DA4-A0BC-1C859CBEDB0A}" vid="{36F0E12B-791D-4FE3-987B-D12307D7F0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1</TotalTime>
  <Words>0</Words>
  <Application>Microsoft Macintosh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Aptos</vt:lpstr>
      <vt:lpstr>Arial</vt:lpstr>
      <vt:lpstr>Tema de Office</vt:lpstr>
      <vt:lpstr>1_Diseño personalizado</vt:lpstr>
      <vt:lpstr>Diseño personalizado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Sevilla Guerra</dc:creator>
  <cp:lastModifiedBy>Daniel Sevilla Guerra</cp:lastModifiedBy>
  <cp:revision>2</cp:revision>
  <dcterms:created xsi:type="dcterms:W3CDTF">2026-04-20T09:19:05Z</dcterms:created>
  <dcterms:modified xsi:type="dcterms:W3CDTF">2026-04-20T09:31:48Z</dcterms:modified>
</cp:coreProperties>
</file>